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Technology Value Stream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CSD-380 Module 1</a:t>
            </a:r>
          </a:p>
          <a:p>
            <a:r>
              <a:t>Reed Bunnell</a:t>
            </a:r>
          </a:p>
          <a:p>
            <a:r>
              <a:t>Bellevue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Technology Value Stream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Technology Value Stream describes how ideas move from concept to customer value.</a:t>
            </a:r>
          </a:p>
          <a:p>
            <a:endParaRPr/>
          </a:p>
          <a:p>
            <a:r>
              <a:t>It spans planning, development, testing, deployment, and operations.</a:t>
            </a:r>
          </a:p>
          <a:p>
            <a:endParaRPr/>
          </a:p>
          <a:p>
            <a:r>
              <a:t>DevOps aims to optimize this flow by reducing delays and handoffs.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 Time vs. Processing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 Time: The total elapsed time from request to delivery.</a:t>
            </a:r>
          </a:p>
          <a:p>
            <a:endParaRPr/>
          </a:p>
          <a:p>
            <a:r>
              <a:t>Processing Time: The time spent actively working on the task.</a:t>
            </a:r>
          </a:p>
          <a:p>
            <a:endParaRPr/>
          </a:p>
          <a:p>
            <a:r>
              <a:t>Most inefficiency comes from waiting, not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Scenario: Months-Long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enterprises often require months to deploy changes.</a:t>
            </a:r>
          </a:p>
          <a:p>
            <a:endParaRPr/>
          </a:p>
          <a:p>
            <a:r>
              <a:t>Work sits idle between teams and approval gates.</a:t>
            </a:r>
          </a:p>
          <a:p>
            <a:endParaRPr/>
          </a:p>
          <a:p>
            <a:r>
              <a:t>Long lead times increase risk and reduce responsiveness.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Ideal: Deployment in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Automation replaces manual approvals.</a:t>
            </a:r>
          </a:p>
          <a:p>
            <a:endParaRPr/>
          </a:p>
          <a:p>
            <a:r>
              <a:t>CI/CD pipelines enable rapid, repeatable deployments.</a:t>
            </a:r>
          </a:p>
          <a:p>
            <a:endParaRPr/>
          </a:p>
          <a:p>
            <a:r>
              <a:t>Smaller batch sizes reduce failure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Value Stream: Lead Time vs Processing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Total Lead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10972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dirty="0"/>
              <a:t>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011680"/>
            <a:ext cx="10972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2011680"/>
            <a:ext cx="10972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2011680"/>
            <a:ext cx="10972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dirty="0"/>
              <a:t>Deploy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011680"/>
            <a:ext cx="10972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Operate</a:t>
            </a:r>
          </a:p>
        </p:txBody>
      </p:sp>
      <p:sp>
        <p:nvSpPr>
          <p:cNvPr id="9" name="Cloud 8"/>
          <p:cNvSpPr/>
          <p:nvPr/>
        </p:nvSpPr>
        <p:spPr>
          <a:xfrm>
            <a:off x="2834640" y="4297680"/>
            <a:ext cx="3657600" cy="1005840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Waiting / Queues / Approvals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of Faster Lead 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feedback from customers</a:t>
            </a:r>
          </a:p>
          <a:p>
            <a:endParaRPr/>
          </a:p>
          <a:p>
            <a:r>
              <a:t>Lower deployment risk</a:t>
            </a:r>
          </a:p>
          <a:p>
            <a:endParaRPr/>
          </a:p>
          <a:p>
            <a:r>
              <a:t>Improved team productivity</a:t>
            </a:r>
          </a:p>
          <a:p>
            <a:endParaRPr/>
          </a:p>
          <a:p>
            <a:r>
              <a:t>Stronger competitive advantage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Technology Value Stream highlights where time is lost.</a:t>
            </a:r>
          </a:p>
          <a:p>
            <a:endParaRPr/>
          </a:p>
          <a:p>
            <a:r>
              <a:t>DevOps minimizes waiting and maximizes processing time.</a:t>
            </a:r>
          </a:p>
          <a:p>
            <a:endParaRPr/>
          </a:p>
          <a:p>
            <a:r>
              <a:t>Faster lead times enable continuous value delivery.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Kim, G., Humble, J., Debois, P., &amp; Willis, J. (2021).</a:t>
            </a:r>
          </a:p>
          <a:p>
            <a:r>
              <a:t>The DevOps Handbook (2nd ed.). IT Revolution.</a:t>
            </a:r>
          </a:p>
          <a:p>
            <a:endParaRPr/>
          </a:p>
          <a:p>
            <a:r>
              <a:t>Course Textbook, pages 9–10.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260</Words>
  <Application>Microsoft Office PowerPoint</Application>
  <PresentationFormat>On-screen Show (4:3)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The Technology Value Stream</vt:lpstr>
      <vt:lpstr>What Is the Technology Value Stream</vt:lpstr>
      <vt:lpstr>Lead Time vs. Processing Time</vt:lpstr>
      <vt:lpstr>Common Scenario: Months-Long Deployment</vt:lpstr>
      <vt:lpstr>DevOps Ideal: Deployment in Minutes</vt:lpstr>
      <vt:lpstr>Technology Value Stream: Lead Time vs Processing Time</vt:lpstr>
      <vt:lpstr>Business Value of Faster Lead Times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McDough</dc:creator>
  <cp:keywords/>
  <dc:description>generated using python-pptx</dc:description>
  <cp:lastModifiedBy>Reed Bunnell</cp:lastModifiedBy>
  <cp:revision>2</cp:revision>
  <dcterms:created xsi:type="dcterms:W3CDTF">2013-01-27T09:14:16Z</dcterms:created>
  <dcterms:modified xsi:type="dcterms:W3CDTF">2026-01-19T00:14:21Z</dcterms:modified>
  <cp:category/>
</cp:coreProperties>
</file>